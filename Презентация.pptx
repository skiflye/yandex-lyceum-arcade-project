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3" r:id="rId5"/>
    <p:sldId id="260" r:id="rId6"/>
    <p:sldId id="264" r:id="rId7"/>
    <p:sldId id="265" r:id="rId8"/>
  </p:sldIdLst>
  <p:sldSz cx="14630400" cy="82296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54240"/>
    <a:srgbClr val="232227"/>
    <a:srgbClr val="F7EDD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370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273800" y="1982450"/>
            <a:ext cx="7543800" cy="144655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dirty="0"/>
              <a:t>FATE DECK: </a:t>
            </a:r>
            <a:endParaRPr lang="en-US" dirty="0"/>
          </a:p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dirty="0" err="1"/>
              <a:t>Карточная</a:t>
            </a:r>
            <a:r>
              <a:rPr dirty="0"/>
              <a:t> RPG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73800" y="3937000"/>
            <a:ext cx="7543800" cy="14388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/>
              <a:t>Представля</a:t>
            </a:r>
            <a:r>
              <a:rPr lang="ru-RU" dirty="0"/>
              <a:t>ю</a:t>
            </a:r>
            <a:r>
              <a:rPr dirty="0"/>
              <a:t> Fate Deck —</a:t>
            </a:r>
            <a:r>
              <a:rPr lang="ru-RU" dirty="0"/>
              <a:t> </a:t>
            </a:r>
            <a:r>
              <a:rPr dirty="0" err="1"/>
              <a:t>ролевую</a:t>
            </a:r>
            <a:r>
              <a:rPr dirty="0"/>
              <a:t> </a:t>
            </a:r>
            <a:r>
              <a:rPr dirty="0" err="1"/>
              <a:t>игру</a:t>
            </a:r>
            <a:r>
              <a:rPr dirty="0"/>
              <a:t> с</a:t>
            </a:r>
            <a:r>
              <a:rPr lang="ru-RU" dirty="0"/>
              <a:t> </a:t>
            </a:r>
            <a:r>
              <a:rPr dirty="0" err="1"/>
              <a:t>тактической</a:t>
            </a:r>
            <a:r>
              <a:rPr dirty="0"/>
              <a:t> </a:t>
            </a:r>
            <a:r>
              <a:rPr dirty="0" err="1"/>
              <a:t>боевой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dirty="0"/>
              <a:t>. </a:t>
            </a:r>
            <a:r>
              <a:rPr dirty="0" err="1"/>
              <a:t>Вас</a:t>
            </a:r>
            <a:r>
              <a:rPr dirty="0"/>
              <a:t> </a:t>
            </a:r>
            <a:r>
              <a:rPr dirty="0" err="1"/>
              <a:t>ждет</a:t>
            </a:r>
            <a:r>
              <a:rPr dirty="0"/>
              <a:t> </a:t>
            </a:r>
            <a:r>
              <a:rPr dirty="0" err="1"/>
              <a:t>исследование</a:t>
            </a:r>
            <a:r>
              <a:rPr dirty="0"/>
              <a:t> </a:t>
            </a:r>
            <a:r>
              <a:rPr dirty="0" err="1"/>
              <a:t>таинственн</a:t>
            </a:r>
            <a:r>
              <a:rPr lang="ru-RU" dirty="0"/>
              <a:t>ого</a:t>
            </a:r>
            <a:r>
              <a:rPr dirty="0"/>
              <a:t> </a:t>
            </a:r>
            <a:r>
              <a:rPr dirty="0" err="1"/>
              <a:t>подземел</a:t>
            </a:r>
            <a:r>
              <a:rPr lang="ru-RU" dirty="0" err="1"/>
              <a:t>ья</a:t>
            </a:r>
            <a:r>
              <a:rPr dirty="0"/>
              <a:t>, </a:t>
            </a:r>
            <a:r>
              <a:rPr dirty="0" err="1"/>
              <a:t>где</a:t>
            </a:r>
            <a:r>
              <a:rPr dirty="0"/>
              <a:t> </a:t>
            </a:r>
            <a:r>
              <a:rPr dirty="0" err="1"/>
              <a:t>каждое</a:t>
            </a:r>
            <a:r>
              <a:rPr dirty="0"/>
              <a:t> </a:t>
            </a:r>
            <a:r>
              <a:rPr dirty="0" err="1"/>
              <a:t>решение</a:t>
            </a:r>
            <a:r>
              <a:rPr dirty="0"/>
              <a:t> </a:t>
            </a:r>
            <a:r>
              <a:rPr dirty="0" err="1"/>
              <a:t>имеет</a:t>
            </a:r>
            <a:r>
              <a:rPr dirty="0"/>
              <a:t> </a:t>
            </a:r>
            <a:r>
              <a:rPr dirty="0" err="1"/>
              <a:t>значение</a:t>
            </a:r>
            <a:r>
              <a:rPr dirty="0"/>
              <a:t>, а </a:t>
            </a:r>
            <a:r>
              <a:rPr dirty="0" err="1"/>
              <a:t>уникальная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боя</a:t>
            </a:r>
            <a:r>
              <a:rPr dirty="0"/>
              <a:t>, </a:t>
            </a:r>
            <a:r>
              <a:rPr dirty="0" err="1"/>
              <a:t>основанная</a:t>
            </a:r>
            <a:r>
              <a:rPr dirty="0"/>
              <a:t> </a:t>
            </a:r>
            <a:r>
              <a:rPr dirty="0" err="1"/>
              <a:t>на</a:t>
            </a:r>
            <a:r>
              <a:rPr dirty="0"/>
              <a:t> </a:t>
            </a:r>
            <a:r>
              <a:rPr dirty="0" err="1"/>
              <a:t>разнообразии</a:t>
            </a:r>
            <a:r>
              <a:rPr dirty="0"/>
              <a:t> </a:t>
            </a:r>
            <a:r>
              <a:rPr dirty="0" err="1"/>
              <a:t>карт</a:t>
            </a:r>
            <a:r>
              <a:rPr dirty="0"/>
              <a:t>, </a:t>
            </a:r>
            <a:r>
              <a:rPr dirty="0" err="1"/>
              <a:t>открывает</a:t>
            </a:r>
            <a:r>
              <a:rPr dirty="0"/>
              <a:t> </a:t>
            </a:r>
            <a:r>
              <a:rPr dirty="0" err="1"/>
              <a:t>безграничные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lang="ru-RU" dirty="0"/>
              <a:t>разработки стратегии</a:t>
            </a:r>
            <a:r>
              <a:rPr dirty="0"/>
              <a:t>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401ABCB-52DB-A752-66E7-ABB169988763}"/>
              </a:ext>
            </a:extLst>
          </p:cNvPr>
          <p:cNvSpPr txBox="1"/>
          <p:nvPr/>
        </p:nvSpPr>
        <p:spPr>
          <a:xfrm>
            <a:off x="11243639" y="7656222"/>
            <a:ext cx="33867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Никифоров Матвей Дмитриевич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3429000"/>
            <a:ext cx="131064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t>Идея игры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2000" y="5029200"/>
            <a:ext cx="6426200" cy="24130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7442200" y="5080000"/>
            <a:ext cx="6426200" cy="24130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890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t>Что такое Fate Deck?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9000" y="5842000"/>
            <a:ext cx="62992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/>
              <a:t>Fate Deck — </a:t>
            </a:r>
            <a:r>
              <a:rPr dirty="0" err="1"/>
              <a:t>это</a:t>
            </a:r>
            <a:r>
              <a:rPr dirty="0"/>
              <a:t> </a:t>
            </a:r>
            <a:r>
              <a:rPr dirty="0" err="1"/>
              <a:t>карточная</a:t>
            </a:r>
            <a:r>
              <a:rPr dirty="0"/>
              <a:t> RPG, </a:t>
            </a:r>
            <a:r>
              <a:rPr dirty="0" err="1"/>
              <a:t>сочетающая</a:t>
            </a:r>
            <a:r>
              <a:rPr dirty="0"/>
              <a:t> </a:t>
            </a:r>
            <a:r>
              <a:rPr dirty="0" err="1"/>
              <a:t>исследование</a:t>
            </a:r>
            <a:r>
              <a:rPr dirty="0"/>
              <a:t> </a:t>
            </a:r>
            <a:r>
              <a:rPr dirty="0" err="1"/>
              <a:t>подземел</a:t>
            </a:r>
            <a:r>
              <a:rPr lang="ru-RU" dirty="0" err="1"/>
              <a:t>ья</a:t>
            </a:r>
            <a:r>
              <a:rPr dirty="0"/>
              <a:t> с </a:t>
            </a:r>
            <a:r>
              <a:rPr dirty="0" err="1"/>
              <a:t>уникальной</a:t>
            </a:r>
            <a:r>
              <a:rPr dirty="0"/>
              <a:t> </a:t>
            </a:r>
            <a:r>
              <a:rPr dirty="0" err="1"/>
              <a:t>боевой</a:t>
            </a:r>
            <a:r>
              <a:rPr dirty="0"/>
              <a:t> </a:t>
            </a:r>
            <a:r>
              <a:rPr dirty="0" err="1"/>
              <a:t>системой</a:t>
            </a:r>
            <a:r>
              <a:rPr dirty="0"/>
              <a:t>. </a:t>
            </a:r>
            <a:r>
              <a:rPr dirty="0" err="1"/>
              <a:t>Игра</a:t>
            </a:r>
            <a:r>
              <a:rPr dirty="0"/>
              <a:t> </a:t>
            </a:r>
            <a:r>
              <a:rPr dirty="0" err="1"/>
              <a:t>предлагает</a:t>
            </a:r>
            <a:r>
              <a:rPr dirty="0"/>
              <a:t> </a:t>
            </a: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типа</a:t>
            </a:r>
            <a:r>
              <a:rPr dirty="0"/>
              <a:t> </a:t>
            </a:r>
            <a:r>
              <a:rPr dirty="0" err="1"/>
              <a:t>карт</a:t>
            </a:r>
            <a:r>
              <a:rPr dirty="0"/>
              <a:t> с </a:t>
            </a:r>
            <a:r>
              <a:rPr dirty="0" err="1"/>
              <a:t>различными</a:t>
            </a:r>
            <a:r>
              <a:rPr dirty="0"/>
              <a:t> </a:t>
            </a:r>
            <a:r>
              <a:rPr dirty="0" err="1"/>
              <a:t>эффектами</a:t>
            </a:r>
            <a:r>
              <a:rPr lang="ru-RU" dirty="0"/>
              <a:t> и</a:t>
            </a:r>
            <a:r>
              <a:rPr dirty="0"/>
              <a:t> </a:t>
            </a:r>
            <a:r>
              <a:rPr dirty="0" err="1"/>
              <a:t>систему</a:t>
            </a:r>
            <a:r>
              <a:rPr dirty="0"/>
              <a:t> </a:t>
            </a:r>
            <a:r>
              <a:rPr dirty="0" err="1"/>
              <a:t>прокачки</a:t>
            </a:r>
            <a:r>
              <a:rPr dirty="0"/>
              <a:t> </a:t>
            </a:r>
            <a:r>
              <a:rPr dirty="0" err="1"/>
              <a:t>персонаж</a:t>
            </a:r>
            <a:r>
              <a:rPr lang="ru-RU" dirty="0"/>
              <a:t>а</a:t>
            </a:r>
            <a:r>
              <a:rPr dirty="0"/>
              <a:t>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9200" y="5334000"/>
            <a:ext cx="62992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t>Ключевые особенности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9200" y="5842000"/>
            <a:ext cx="6299200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/>
              <a:t>Игроков</a:t>
            </a:r>
            <a:r>
              <a:rPr dirty="0"/>
              <a:t> </a:t>
            </a:r>
            <a:r>
              <a:rPr dirty="0" err="1"/>
              <a:t>ожида</a:t>
            </a:r>
            <a:r>
              <a:rPr lang="ru-RU" dirty="0"/>
              <a:t>ю</a:t>
            </a:r>
            <a:r>
              <a:rPr dirty="0"/>
              <a:t>т</a:t>
            </a:r>
            <a:r>
              <a:rPr lang="ru-RU" dirty="0"/>
              <a:t> множество врагов</a:t>
            </a:r>
            <a:r>
              <a:rPr lang="en-US" dirty="0"/>
              <a:t>,</a:t>
            </a:r>
            <a:r>
              <a:rPr lang="ru-RU" dirty="0"/>
              <a:t> </a:t>
            </a:r>
            <a:r>
              <a:rPr dirty="0" err="1"/>
              <a:t>разнообразные</a:t>
            </a:r>
            <a:r>
              <a:rPr dirty="0"/>
              <a:t> </a:t>
            </a:r>
            <a:r>
              <a:rPr dirty="0" err="1"/>
              <a:t>карты</a:t>
            </a:r>
            <a:r>
              <a:rPr dirty="0"/>
              <a:t>, </a:t>
            </a:r>
            <a:r>
              <a:rPr dirty="0" err="1"/>
              <a:t>которые</a:t>
            </a:r>
            <a:r>
              <a:rPr dirty="0"/>
              <a:t> </a:t>
            </a:r>
            <a:r>
              <a:rPr dirty="0" err="1"/>
              <a:t>открывают</a:t>
            </a:r>
            <a:r>
              <a:rPr dirty="0"/>
              <a:t> </a:t>
            </a:r>
            <a:r>
              <a:rPr dirty="0" err="1"/>
              <a:t>новые</a:t>
            </a:r>
            <a:r>
              <a:rPr dirty="0"/>
              <a:t> </a:t>
            </a:r>
            <a:r>
              <a:rPr dirty="0" err="1"/>
              <a:t>тактические</a:t>
            </a:r>
            <a:r>
              <a:rPr dirty="0"/>
              <a:t> </a:t>
            </a:r>
            <a:r>
              <a:rPr dirty="0" err="1"/>
              <a:t>возможности</a:t>
            </a:r>
            <a:r>
              <a:rPr dirty="0"/>
              <a:t> в </a:t>
            </a:r>
            <a:r>
              <a:rPr dirty="0" err="1"/>
              <a:t>каждом</a:t>
            </a:r>
            <a:r>
              <a:rPr dirty="0"/>
              <a:t> </a:t>
            </a:r>
            <a:r>
              <a:rPr dirty="0" err="1"/>
              <a:t>сражении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712160" y="358140"/>
            <a:ext cx="5279440" cy="76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dirty="0" err="1"/>
              <a:t>Ключевые</a:t>
            </a:r>
            <a:r>
              <a:rPr dirty="0"/>
              <a:t> </a:t>
            </a:r>
            <a:r>
              <a:rPr dirty="0" err="1"/>
              <a:t>классы</a:t>
            </a:r>
            <a:endParaRPr dirty="0"/>
          </a:p>
        </p:txBody>
      </p:sp>
      <p:sp>
        <p:nvSpPr>
          <p:cNvPr id="3" name="Rounded Rectangle 2"/>
          <p:cNvSpPr/>
          <p:nvPr/>
        </p:nvSpPr>
        <p:spPr>
          <a:xfrm rot="5400000" flipV="1">
            <a:off x="25708" y="4667610"/>
            <a:ext cx="3771182" cy="45719"/>
          </a:xfrm>
          <a:prstGeom prst="roundRect">
            <a:avLst>
              <a:gd name="adj" fmla="val 50000"/>
            </a:avLst>
          </a:prstGeom>
          <a:solidFill>
            <a:srgbClr val="DDD3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94536" y="2693689"/>
            <a:ext cx="3139440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259080" y="3519695"/>
            <a:ext cx="3139439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94536" y="4436676"/>
            <a:ext cx="3103982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0" name="TextBox 9"/>
          <p:cNvSpPr txBox="1"/>
          <p:nvPr/>
        </p:nvSpPr>
        <p:spPr>
          <a:xfrm>
            <a:off x="314271" y="2696498"/>
            <a:ext cx="3064511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dirty="0" err="1">
                <a:solidFill>
                  <a:srgbClr val="454240"/>
                </a:solidFill>
              </a:rPr>
              <a:t>DungeonWindow</a:t>
            </a:r>
            <a:endParaRPr dirty="0">
              <a:solidFill>
                <a:srgbClr val="454240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495700" y="2728774"/>
            <a:ext cx="910844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>
                <a:solidFill>
                  <a:srgbClr val="232227"/>
                </a:solidFill>
              </a:rPr>
              <a:t>Управляет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lang="ru-RU" dirty="0">
                <a:solidFill>
                  <a:srgbClr val="232227"/>
                </a:solidFill>
              </a:rPr>
              <a:t>объектами </a:t>
            </a:r>
            <a:r>
              <a:rPr dirty="0" err="1">
                <a:solidFill>
                  <a:srgbClr val="232227"/>
                </a:solidFill>
              </a:rPr>
              <a:t>подземель</a:t>
            </a:r>
            <a:r>
              <a:rPr lang="ru-RU" dirty="0">
                <a:solidFill>
                  <a:srgbClr val="232227"/>
                </a:solidFill>
              </a:rPr>
              <a:t>я</a:t>
            </a:r>
            <a:r>
              <a:rPr dirty="0">
                <a:solidFill>
                  <a:srgbClr val="232227"/>
                </a:solidFill>
              </a:rPr>
              <a:t>, </a:t>
            </a:r>
            <a:r>
              <a:rPr dirty="0" err="1">
                <a:solidFill>
                  <a:srgbClr val="232227"/>
                </a:solidFill>
              </a:rPr>
              <a:t>взаимодействием</a:t>
            </a:r>
            <a:r>
              <a:rPr dirty="0">
                <a:solidFill>
                  <a:srgbClr val="232227"/>
                </a:solidFill>
              </a:rPr>
              <a:t> с </a:t>
            </a:r>
            <a:r>
              <a:rPr dirty="0" err="1">
                <a:solidFill>
                  <a:srgbClr val="232227"/>
                </a:solidFill>
              </a:rPr>
              <a:t>объектами</a:t>
            </a:r>
            <a:r>
              <a:rPr dirty="0">
                <a:solidFill>
                  <a:srgbClr val="232227"/>
                </a:solidFill>
              </a:rPr>
              <a:t> и </a:t>
            </a:r>
            <a:r>
              <a:rPr dirty="0" err="1">
                <a:solidFill>
                  <a:srgbClr val="232227"/>
                </a:solidFill>
              </a:rPr>
              <a:t>отображением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врагов</a:t>
            </a:r>
            <a:r>
              <a:rPr dirty="0">
                <a:solidFill>
                  <a:srgbClr val="232227"/>
                </a:solidFill>
              </a:rPr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-1212851" y="3510632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dirty="0" err="1"/>
              <a:t>BattleWindow</a:t>
            </a:r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3525519" y="3515164"/>
            <a:ext cx="8989162" cy="361637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>
                <a:solidFill>
                  <a:srgbClr val="232227"/>
                </a:solidFill>
              </a:rPr>
              <a:t>Реализует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карточные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сражения</a:t>
            </a:r>
            <a:r>
              <a:rPr dirty="0">
                <a:solidFill>
                  <a:srgbClr val="232227"/>
                </a:solidFill>
              </a:rPr>
              <a:t>, </a:t>
            </a:r>
            <a:r>
              <a:rPr dirty="0" err="1">
                <a:solidFill>
                  <a:srgbClr val="232227"/>
                </a:solidFill>
              </a:rPr>
              <a:t>обрабатывает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ввод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игрока</a:t>
            </a:r>
            <a:r>
              <a:rPr dirty="0">
                <a:solidFill>
                  <a:srgbClr val="232227"/>
                </a:solidFill>
              </a:rPr>
              <a:t> и </a:t>
            </a:r>
            <a:r>
              <a:rPr dirty="0" err="1">
                <a:solidFill>
                  <a:srgbClr val="232227"/>
                </a:solidFill>
              </a:rPr>
              <a:t>эффекты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заклинаний</a:t>
            </a:r>
            <a:r>
              <a:rPr dirty="0">
                <a:solidFill>
                  <a:srgbClr val="232227"/>
                </a:solidFill>
              </a:rPr>
              <a:t>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525519" y="4475035"/>
            <a:ext cx="9048802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>
                <a:solidFill>
                  <a:srgbClr val="232227"/>
                </a:solidFill>
              </a:rPr>
              <a:t>Хранит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данные</a:t>
            </a:r>
            <a:r>
              <a:rPr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игрока</a:t>
            </a:r>
            <a:r>
              <a:rPr dirty="0">
                <a:solidFill>
                  <a:srgbClr val="232227"/>
                </a:solidFill>
              </a:rPr>
              <a:t>: </a:t>
            </a:r>
            <a:r>
              <a:rPr dirty="0" err="1">
                <a:solidFill>
                  <a:srgbClr val="232227"/>
                </a:solidFill>
              </a:rPr>
              <a:t>статистику</a:t>
            </a:r>
            <a:r>
              <a:rPr dirty="0">
                <a:solidFill>
                  <a:srgbClr val="232227"/>
                </a:solidFill>
              </a:rPr>
              <a:t>,</a:t>
            </a:r>
            <a:r>
              <a:rPr lang="ru-RU" dirty="0">
                <a:solidFill>
                  <a:srgbClr val="232227"/>
                </a:solidFill>
              </a:rPr>
              <a:t> </a:t>
            </a:r>
            <a:r>
              <a:rPr dirty="0" err="1">
                <a:solidFill>
                  <a:srgbClr val="232227"/>
                </a:solidFill>
              </a:rPr>
              <a:t>уровень</a:t>
            </a:r>
            <a:r>
              <a:rPr lang="en-US" dirty="0">
                <a:solidFill>
                  <a:srgbClr val="232227"/>
                </a:solidFill>
              </a:rPr>
              <a:t>, </a:t>
            </a:r>
            <a:r>
              <a:rPr dirty="0" err="1">
                <a:solidFill>
                  <a:srgbClr val="232227"/>
                </a:solidFill>
              </a:rPr>
              <a:t>опыт</a:t>
            </a:r>
            <a:r>
              <a:rPr dirty="0">
                <a:solidFill>
                  <a:srgbClr val="232227"/>
                </a:solidFill>
              </a:rPr>
              <a:t>.</a:t>
            </a:r>
            <a:r>
              <a:rPr lang="en-US" dirty="0">
                <a:solidFill>
                  <a:srgbClr val="232227"/>
                </a:solidFill>
              </a:rPr>
              <a:t> </a:t>
            </a:r>
            <a:r>
              <a:rPr lang="ru-RU" dirty="0">
                <a:solidFill>
                  <a:srgbClr val="232227"/>
                </a:solidFill>
              </a:rPr>
              <a:t>Отвечает за применение бонусов карт к игроку</a:t>
            </a:r>
            <a:endParaRPr dirty="0">
              <a:solidFill>
                <a:srgbClr val="232227"/>
              </a:solidFill>
            </a:endParaRPr>
          </a:p>
        </p:txBody>
      </p:sp>
      <p:sp>
        <p:nvSpPr>
          <p:cNvPr id="19" name="Rounded Rectangle 8">
            <a:extLst>
              <a:ext uri="{FF2B5EF4-FFF2-40B4-BE49-F238E27FC236}">
                <a16:creationId xmlns:a16="http://schemas.microsoft.com/office/drawing/2014/main" id="{2772B548-0B16-B6D6-654C-A870D03D143A}"/>
              </a:ext>
            </a:extLst>
          </p:cNvPr>
          <p:cNvSpPr/>
          <p:nvPr/>
        </p:nvSpPr>
        <p:spPr>
          <a:xfrm>
            <a:off x="294536" y="5274314"/>
            <a:ext cx="3103984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8">
            <a:extLst>
              <a:ext uri="{FF2B5EF4-FFF2-40B4-BE49-F238E27FC236}">
                <a16:creationId xmlns:a16="http://schemas.microsoft.com/office/drawing/2014/main" id="{49203B3D-9610-EE9A-3F98-2F7DFB952681}"/>
              </a:ext>
            </a:extLst>
          </p:cNvPr>
          <p:cNvSpPr/>
          <p:nvPr/>
        </p:nvSpPr>
        <p:spPr>
          <a:xfrm>
            <a:off x="294536" y="6189980"/>
            <a:ext cx="3103984" cy="4318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F7EDD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 b="1" dirty="0" err="1">
                <a:solidFill>
                  <a:srgbClr val="454240"/>
                </a:solidFill>
                <a:latin typeface="Libre Baskerville" panose="02000000000000000000" pitchFamily="2" charset="0"/>
              </a:rPr>
              <a:t>GameDatabase</a:t>
            </a:r>
            <a:endParaRPr sz="2200" b="1" dirty="0">
              <a:solidFill>
                <a:srgbClr val="454240"/>
              </a:solidFill>
              <a:latin typeface="Libre Baskerville" panose="02000000000000000000" pitchFamily="2" charset="0"/>
            </a:endParaRPr>
          </a:p>
        </p:txBody>
      </p:sp>
      <p:sp>
        <p:nvSpPr>
          <p:cNvPr id="22" name="Rounded Rectangle 2">
            <a:extLst>
              <a:ext uri="{FF2B5EF4-FFF2-40B4-BE49-F238E27FC236}">
                <a16:creationId xmlns:a16="http://schemas.microsoft.com/office/drawing/2014/main" id="{BC7409DA-C7C4-A716-FA9D-86A8A4E0B1FB}"/>
              </a:ext>
            </a:extLst>
          </p:cNvPr>
          <p:cNvSpPr/>
          <p:nvPr/>
        </p:nvSpPr>
        <p:spPr>
          <a:xfrm rot="10800000">
            <a:off x="3458159" y="2912398"/>
            <a:ext cx="254001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">
            <a:extLst>
              <a:ext uri="{FF2B5EF4-FFF2-40B4-BE49-F238E27FC236}">
                <a16:creationId xmlns:a16="http://schemas.microsoft.com/office/drawing/2014/main" id="{C1949B1C-B83D-9B61-8C58-6E167CE0120E}"/>
              </a:ext>
            </a:extLst>
          </p:cNvPr>
          <p:cNvSpPr/>
          <p:nvPr/>
        </p:nvSpPr>
        <p:spPr>
          <a:xfrm rot="10800000">
            <a:off x="3363063" y="3726595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-1130352" y="4459535"/>
            <a:ext cx="6083300" cy="431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dirty="0"/>
              <a:t>Player</a:t>
            </a:r>
          </a:p>
        </p:txBody>
      </p:sp>
      <p:sp>
        <p:nvSpPr>
          <p:cNvPr id="25" name="Rounded Rectangle 2">
            <a:extLst>
              <a:ext uri="{FF2B5EF4-FFF2-40B4-BE49-F238E27FC236}">
                <a16:creationId xmlns:a16="http://schemas.microsoft.com/office/drawing/2014/main" id="{D18A8913-3A91-A8BB-B127-B2B196517EEC}"/>
              </a:ext>
            </a:extLst>
          </p:cNvPr>
          <p:cNvSpPr/>
          <p:nvPr/>
        </p:nvSpPr>
        <p:spPr>
          <a:xfrm rot="10800000">
            <a:off x="3363062" y="4652576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E2D9D5F-DEA5-2170-B82F-72A1C2E0B45F}"/>
              </a:ext>
            </a:extLst>
          </p:cNvPr>
          <p:cNvSpPr txBox="1"/>
          <p:nvPr/>
        </p:nvSpPr>
        <p:spPr>
          <a:xfrm>
            <a:off x="810208" y="5263949"/>
            <a:ext cx="22021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lang="en-US" dirty="0" err="1">
                <a:solidFill>
                  <a:srgbClr val="454240"/>
                </a:solidFill>
              </a:rPr>
              <a:t>WorldPlayer</a:t>
            </a:r>
            <a:endParaRPr lang="en-US" dirty="0">
              <a:solidFill>
                <a:srgbClr val="454240"/>
              </a:solidFill>
            </a:endParaRPr>
          </a:p>
        </p:txBody>
      </p:sp>
      <p:sp>
        <p:nvSpPr>
          <p:cNvPr id="28" name="Rounded Rectangle 2">
            <a:extLst>
              <a:ext uri="{FF2B5EF4-FFF2-40B4-BE49-F238E27FC236}">
                <a16:creationId xmlns:a16="http://schemas.microsoft.com/office/drawing/2014/main" id="{989F88E0-8CA9-B6F8-0DBC-D7C6B1D1A602}"/>
              </a:ext>
            </a:extLst>
          </p:cNvPr>
          <p:cNvSpPr/>
          <p:nvPr/>
        </p:nvSpPr>
        <p:spPr>
          <a:xfrm rot="10800000">
            <a:off x="3368622" y="5438675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64F148E-AE4C-42E6-A533-66F451ED73DF}"/>
              </a:ext>
            </a:extLst>
          </p:cNvPr>
          <p:cNvSpPr txBox="1"/>
          <p:nvPr/>
        </p:nvSpPr>
        <p:spPr>
          <a:xfrm>
            <a:off x="3658080" y="5263949"/>
            <a:ext cx="5587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Визуальное представление игрока в мире</a:t>
            </a:r>
            <a:endParaRPr lang="ru-RU" sz="1750" dirty="0">
              <a:solidFill>
                <a:srgbClr val="232227"/>
              </a:solidFill>
            </a:endParaRPr>
          </a:p>
        </p:txBody>
      </p:sp>
      <p:sp>
        <p:nvSpPr>
          <p:cNvPr id="31" name="Rounded Rectangle 2">
            <a:extLst>
              <a:ext uri="{FF2B5EF4-FFF2-40B4-BE49-F238E27FC236}">
                <a16:creationId xmlns:a16="http://schemas.microsoft.com/office/drawing/2014/main" id="{5821E5EC-7292-EE97-DB7C-780DE5FA641D}"/>
              </a:ext>
            </a:extLst>
          </p:cNvPr>
          <p:cNvSpPr/>
          <p:nvPr/>
        </p:nvSpPr>
        <p:spPr>
          <a:xfrm rot="10800000">
            <a:off x="3404182" y="6360161"/>
            <a:ext cx="289458" cy="45719"/>
          </a:xfrm>
          <a:prstGeom prst="roundRect">
            <a:avLst>
              <a:gd name="adj" fmla="val 50000"/>
            </a:avLst>
          </a:prstGeom>
          <a:solidFill>
            <a:srgbClr val="F7ED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AEE9B1D-762B-45B1-2861-300B59AEF935}"/>
              </a:ext>
            </a:extLst>
          </p:cNvPr>
          <p:cNvSpPr txBox="1"/>
          <p:nvPr/>
        </p:nvSpPr>
        <p:spPr>
          <a:xfrm>
            <a:off x="3712160" y="6189980"/>
            <a:ext cx="33738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750" dirty="0">
                <a:latin typeface="DM Sans" pitchFamily="2" charset="0"/>
              </a:rPr>
              <a:t>C</a:t>
            </a:r>
            <a:r>
              <a:rPr lang="ru-RU" sz="1750" dirty="0"/>
              <a:t>охранение прогресса в </a:t>
            </a:r>
            <a:r>
              <a:rPr lang="en-US" sz="1750" dirty="0">
                <a:latin typeface="DM Sans" pitchFamily="2" charset="0"/>
              </a:rPr>
              <a:t>SQLite</a:t>
            </a:r>
            <a:endParaRPr lang="ru-RU" sz="1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3302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270000" y="3429000"/>
            <a:ext cx="11430000" cy="1270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t>Технологии разработки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2700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30860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9337040" y="5080000"/>
            <a:ext cx="3657600" cy="2413000"/>
          </a:xfrm>
          <a:prstGeom prst="roundRect">
            <a:avLst>
              <a:gd name="adj" fmla="val 5000"/>
            </a:avLst>
          </a:prstGeom>
          <a:solidFill>
            <a:srgbClr val="F7EDD4"/>
          </a:solidFill>
          <a:ln w="12700">
            <a:solidFill>
              <a:srgbClr val="DDD3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97000" y="5143500"/>
            <a:ext cx="3530600" cy="635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t>Python и Arcade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97000" y="5842000"/>
            <a:ext cx="35306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t>Python обеспечивает быструю разработку, Arcade упрощает создание графики и анимации.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35600" y="5245556"/>
            <a:ext cx="353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rPr dirty="0"/>
              <a:t>Tiled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35600" y="5842000"/>
            <a:ext cx="3530600" cy="63094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dirty="0"/>
              <a:t>П</a:t>
            </a:r>
            <a:r>
              <a:rPr dirty="0" err="1"/>
              <a:t>озволяет</a:t>
            </a:r>
            <a:r>
              <a:rPr dirty="0"/>
              <a:t> </a:t>
            </a:r>
            <a:r>
              <a:rPr dirty="0" err="1"/>
              <a:t>создавать</a:t>
            </a:r>
            <a:r>
              <a:rPr dirty="0"/>
              <a:t> </a:t>
            </a:r>
            <a:r>
              <a:rPr dirty="0" err="1"/>
              <a:t>игровые</a:t>
            </a:r>
            <a:r>
              <a:rPr dirty="0"/>
              <a:t> </a:t>
            </a:r>
            <a:r>
              <a:rPr dirty="0" err="1"/>
              <a:t>карты</a:t>
            </a:r>
            <a:r>
              <a:rPr dirty="0"/>
              <a:t> в </a:t>
            </a:r>
            <a:r>
              <a:rPr dirty="0" err="1"/>
              <a:t>визуальном</a:t>
            </a:r>
            <a:r>
              <a:rPr dirty="0"/>
              <a:t> </a:t>
            </a:r>
            <a:r>
              <a:rPr dirty="0" err="1"/>
              <a:t>редакторе</a:t>
            </a:r>
            <a:r>
              <a:rPr dirty="0"/>
              <a:t>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474200" y="5220613"/>
            <a:ext cx="3530600" cy="43088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ru-RU" sz="2200" dirty="0">
                <a:solidFill>
                  <a:srgbClr val="454240"/>
                </a:solidFill>
              </a:rPr>
              <a:t>База данных </a:t>
            </a:r>
            <a:r>
              <a:rPr lang="en-US" sz="2200" dirty="0">
                <a:solidFill>
                  <a:srgbClr val="454240"/>
                </a:solidFill>
              </a:rPr>
              <a:t>SQLite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474200" y="5842000"/>
            <a:ext cx="35306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lang="ru-RU" dirty="0"/>
              <a:t>Даёт возможность хранить информацию о нескольких игроках, разделяя записи по идентификаторам.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62000" y="1270000"/>
            <a:ext cx="127000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t>Система боя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6200" y="2540000"/>
            <a:ext cx="4318000" cy="4318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62000" y="3556000"/>
            <a:ext cx="4064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t>Масти карт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6000" y="4000500"/>
            <a:ext cx="3810000" cy="90024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/>
              <a:t>Четыре</a:t>
            </a:r>
            <a:r>
              <a:rPr dirty="0"/>
              <a:t> </a:t>
            </a:r>
            <a:r>
              <a:rPr dirty="0" err="1"/>
              <a:t>масти</a:t>
            </a:r>
            <a:r>
              <a:rPr dirty="0"/>
              <a:t>: </a:t>
            </a:r>
            <a:r>
              <a:rPr dirty="0" err="1"/>
              <a:t>Мечи</a:t>
            </a:r>
            <a:r>
              <a:rPr dirty="0"/>
              <a:t> (</a:t>
            </a:r>
            <a:r>
              <a:rPr dirty="0" err="1"/>
              <a:t>атака</a:t>
            </a:r>
            <a:r>
              <a:rPr dirty="0"/>
              <a:t>), </a:t>
            </a:r>
            <a:r>
              <a:rPr dirty="0" err="1"/>
              <a:t>Щиты</a:t>
            </a:r>
            <a:r>
              <a:rPr dirty="0"/>
              <a:t> (</a:t>
            </a:r>
            <a:r>
              <a:rPr dirty="0" err="1"/>
              <a:t>защита</a:t>
            </a:r>
            <a:r>
              <a:rPr dirty="0"/>
              <a:t>), </a:t>
            </a:r>
            <a:r>
              <a:rPr dirty="0" err="1"/>
              <a:t>Зелья</a:t>
            </a:r>
            <a:r>
              <a:rPr dirty="0"/>
              <a:t> (</a:t>
            </a:r>
            <a:r>
              <a:rPr dirty="0" err="1"/>
              <a:t>усиление</a:t>
            </a:r>
            <a:r>
              <a:rPr dirty="0"/>
              <a:t>), </a:t>
            </a:r>
            <a:r>
              <a:rPr dirty="0" err="1"/>
              <a:t>Чары</a:t>
            </a:r>
            <a:r>
              <a:rPr dirty="0"/>
              <a:t> (</a:t>
            </a:r>
            <a:r>
              <a:rPr dirty="0" err="1"/>
              <a:t>ослабление</a:t>
            </a:r>
            <a:r>
              <a:rPr lang="ru-RU" dirty="0"/>
              <a:t> врага</a:t>
            </a:r>
            <a:r>
              <a:rPr dirty="0"/>
              <a:t>).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1500" y="4508500"/>
            <a:ext cx="355600" cy="35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804400" y="2794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t>Пошаговый процесс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04400" y="3238500"/>
            <a:ext cx="381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/>
              <a:t>Пошаговая</a:t>
            </a:r>
            <a:r>
              <a:rPr dirty="0"/>
              <a:t> </a:t>
            </a:r>
            <a:r>
              <a:rPr dirty="0" err="1"/>
              <a:t>система</a:t>
            </a:r>
            <a:r>
              <a:rPr dirty="0"/>
              <a:t> </a:t>
            </a:r>
            <a:r>
              <a:rPr dirty="0" err="1"/>
              <a:t>боя</a:t>
            </a:r>
            <a:r>
              <a:rPr dirty="0"/>
              <a:t> с </a:t>
            </a:r>
            <a:r>
              <a:rPr dirty="0" err="1"/>
              <a:t>чередованием</a:t>
            </a:r>
            <a:r>
              <a:rPr dirty="0"/>
              <a:t> </a:t>
            </a:r>
            <a:r>
              <a:rPr dirty="0" err="1"/>
              <a:t>ходов</a:t>
            </a:r>
            <a:r>
              <a:rPr dirty="0"/>
              <a:t> </a:t>
            </a:r>
            <a:r>
              <a:rPr dirty="0" err="1"/>
              <a:t>игрока</a:t>
            </a:r>
            <a:r>
              <a:rPr dirty="0"/>
              <a:t> и </a:t>
            </a:r>
            <a:r>
              <a:rPr dirty="0" err="1"/>
              <a:t>противника</a:t>
            </a:r>
            <a:r>
              <a:rPr dirty="0"/>
              <a:t> </a:t>
            </a:r>
            <a:r>
              <a:rPr dirty="0" err="1"/>
              <a:t>требует</a:t>
            </a:r>
            <a:r>
              <a:rPr dirty="0"/>
              <a:t> </a:t>
            </a:r>
            <a:r>
              <a:rPr lang="ru-RU" dirty="0"/>
              <a:t>обдуманных</a:t>
            </a:r>
            <a:r>
              <a:rPr dirty="0"/>
              <a:t> </a:t>
            </a:r>
            <a:r>
              <a:rPr dirty="0" err="1"/>
              <a:t>решений</a:t>
            </a:r>
            <a:r>
              <a:rPr dirty="0"/>
              <a:t>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5600" y="3302000"/>
            <a:ext cx="355600" cy="3556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04400" y="4953000"/>
            <a:ext cx="4445000" cy="381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200" b="1" i="0">
                <a:solidFill>
                  <a:srgbClr val="454240"/>
                </a:solidFill>
                <a:latin typeface="Libre Baskerville"/>
              </a:defRPr>
            </a:pPr>
            <a:r>
              <a:t>Эффекты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804400" y="5397500"/>
            <a:ext cx="3810000" cy="116955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/>
              <a:t>Учет</a:t>
            </a:r>
            <a:r>
              <a:rPr dirty="0"/>
              <a:t> </a:t>
            </a:r>
            <a:r>
              <a:rPr dirty="0" err="1"/>
              <a:t>постоянно</a:t>
            </a:r>
            <a:r>
              <a:rPr dirty="0"/>
              <a:t> </a:t>
            </a:r>
            <a:r>
              <a:rPr dirty="0" err="1"/>
              <a:t>действующих</a:t>
            </a:r>
            <a:r>
              <a:rPr dirty="0"/>
              <a:t> </a:t>
            </a:r>
            <a:r>
              <a:rPr dirty="0" err="1"/>
              <a:t>эффектов</a:t>
            </a:r>
            <a:r>
              <a:rPr dirty="0"/>
              <a:t>, </a:t>
            </a:r>
            <a:r>
              <a:rPr dirty="0" err="1"/>
              <a:t>таких</a:t>
            </a:r>
            <a:r>
              <a:rPr dirty="0"/>
              <a:t> </a:t>
            </a:r>
            <a:r>
              <a:rPr dirty="0" err="1"/>
              <a:t>как</a:t>
            </a:r>
            <a:r>
              <a:rPr dirty="0"/>
              <a:t> </a:t>
            </a:r>
            <a:r>
              <a:rPr dirty="0" err="1"/>
              <a:t>яд</a:t>
            </a:r>
            <a:r>
              <a:rPr dirty="0"/>
              <a:t> </a:t>
            </a:r>
            <a:r>
              <a:rPr dirty="0" err="1"/>
              <a:t>или</a:t>
            </a:r>
            <a:r>
              <a:rPr dirty="0"/>
              <a:t> </a:t>
            </a:r>
            <a:r>
              <a:rPr lang="ru-RU" dirty="0"/>
              <a:t>обездвиживание</a:t>
            </a:r>
            <a:r>
              <a:rPr dirty="0"/>
              <a:t>, </a:t>
            </a:r>
            <a:r>
              <a:rPr dirty="0" err="1"/>
              <a:t>меняет</a:t>
            </a:r>
            <a:r>
              <a:rPr dirty="0"/>
              <a:t> </a:t>
            </a:r>
            <a:r>
              <a:rPr dirty="0" err="1"/>
              <a:t>ход</a:t>
            </a:r>
            <a:r>
              <a:rPr dirty="0"/>
              <a:t> </a:t>
            </a:r>
            <a:r>
              <a:rPr dirty="0" err="1"/>
              <a:t>сражения</a:t>
            </a:r>
            <a:r>
              <a:rPr dirty="0"/>
              <a:t>.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74000" y="5816600"/>
            <a:ext cx="355600" cy="355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295940" y="244350"/>
            <a:ext cx="9442173" cy="7694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rPr lang="ru-RU" dirty="0"/>
              <a:t>Демонстрация и</a:t>
            </a:r>
            <a:r>
              <a:rPr dirty="0" err="1"/>
              <a:t>гров</a:t>
            </a:r>
            <a:r>
              <a:rPr lang="ru-RU" dirty="0"/>
              <a:t>ого</a:t>
            </a:r>
            <a:r>
              <a:rPr dirty="0"/>
              <a:t> </a:t>
            </a:r>
            <a:r>
              <a:rPr dirty="0" err="1"/>
              <a:t>процесс</a:t>
            </a:r>
            <a:r>
              <a:rPr lang="ru-RU" dirty="0"/>
              <a:t>а</a:t>
            </a:r>
            <a:endParaRPr dirty="0"/>
          </a:p>
        </p:txBody>
      </p:sp>
      <p:pic>
        <p:nvPicPr>
          <p:cNvPr id="2" name="video5467539955318296268">
            <a:hlinkClick r:id="" action="ppaction://media"/>
            <a:extLst>
              <a:ext uri="{FF2B5EF4-FFF2-40B4-BE49-F238E27FC236}">
                <a16:creationId xmlns:a16="http://schemas.microsoft.com/office/drawing/2014/main" id="{0C214DB5-3E4E-2194-0BD1-E36612093EFB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799866" y="1287144"/>
            <a:ext cx="10434319" cy="677938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960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D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62000" y="1524000"/>
            <a:ext cx="7543800" cy="190500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pPr algn="l">
              <a:defRPr sz="4400" b="1" i="0">
                <a:solidFill>
                  <a:srgbClr val="5C4E3D"/>
                </a:solidFill>
                <a:latin typeface="Libre Baskerville"/>
              </a:defRPr>
            </a:pPr>
            <a:r>
              <a:t>Перспективы развития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2000" y="3937000"/>
            <a:ext cx="7543800" cy="143885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50" b="0" i="0">
                <a:solidFill>
                  <a:srgbClr val="454240"/>
                </a:solidFill>
                <a:latin typeface="DM Sans"/>
              </a:defRPr>
            </a:pPr>
            <a:r>
              <a:rPr dirty="0" err="1"/>
              <a:t>Планируется</a:t>
            </a:r>
            <a:r>
              <a:rPr dirty="0"/>
              <a:t>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новых</a:t>
            </a:r>
            <a:r>
              <a:rPr dirty="0"/>
              <a:t> </a:t>
            </a:r>
            <a:r>
              <a:rPr dirty="0" err="1"/>
              <a:t>карт</a:t>
            </a:r>
            <a:r>
              <a:rPr dirty="0"/>
              <a:t> с </a:t>
            </a:r>
            <a:r>
              <a:rPr dirty="0" err="1"/>
              <a:t>уникальными</a:t>
            </a:r>
            <a:r>
              <a:rPr dirty="0"/>
              <a:t> </a:t>
            </a:r>
            <a:r>
              <a:rPr dirty="0" err="1"/>
              <a:t>механиками</a:t>
            </a:r>
            <a:r>
              <a:rPr dirty="0"/>
              <a:t>, </a:t>
            </a:r>
            <a:r>
              <a:rPr dirty="0" err="1"/>
              <a:t>создание</a:t>
            </a:r>
            <a:r>
              <a:rPr dirty="0"/>
              <a:t> </a:t>
            </a:r>
            <a:r>
              <a:rPr dirty="0" err="1"/>
              <a:t>дополнительных</a:t>
            </a:r>
            <a:r>
              <a:rPr dirty="0"/>
              <a:t> </a:t>
            </a:r>
            <a:r>
              <a:rPr lang="ru-RU" dirty="0"/>
              <a:t>уровней </a:t>
            </a:r>
            <a:r>
              <a:rPr dirty="0"/>
              <a:t>и </a:t>
            </a:r>
            <a:r>
              <a:rPr dirty="0" err="1"/>
              <a:t>внедрение</a:t>
            </a:r>
            <a:r>
              <a:rPr dirty="0"/>
              <a:t> </a:t>
            </a:r>
            <a:r>
              <a:rPr dirty="0" err="1"/>
              <a:t>системы</a:t>
            </a:r>
            <a:r>
              <a:rPr dirty="0"/>
              <a:t> </a:t>
            </a:r>
            <a:r>
              <a:rPr lang="ru-RU" dirty="0"/>
              <a:t>создания</a:t>
            </a:r>
            <a:r>
              <a:rPr dirty="0"/>
              <a:t> </a:t>
            </a:r>
            <a:r>
              <a:rPr dirty="0" err="1"/>
              <a:t>карт</a:t>
            </a:r>
            <a:r>
              <a:rPr dirty="0"/>
              <a:t>. </a:t>
            </a:r>
            <a:r>
              <a:rPr dirty="0" err="1"/>
              <a:t>Рассматриваются</a:t>
            </a:r>
            <a:r>
              <a:rPr dirty="0"/>
              <a:t> </a:t>
            </a:r>
            <a:r>
              <a:rPr dirty="0" err="1"/>
              <a:t>мультиплеерные</a:t>
            </a:r>
            <a:r>
              <a:rPr dirty="0"/>
              <a:t> </a:t>
            </a:r>
            <a:r>
              <a:rPr dirty="0" err="1"/>
              <a:t>режимы</a:t>
            </a:r>
            <a:r>
              <a:rPr dirty="0"/>
              <a:t> и </a:t>
            </a:r>
            <a:r>
              <a:rPr dirty="0" err="1"/>
              <a:t>разработка</a:t>
            </a:r>
            <a:r>
              <a:rPr dirty="0"/>
              <a:t> </a:t>
            </a:r>
            <a:r>
              <a:rPr dirty="0" err="1"/>
              <a:t>мобильной</a:t>
            </a:r>
            <a:r>
              <a:rPr dirty="0"/>
              <a:t> </a:t>
            </a:r>
            <a:r>
              <a:rPr dirty="0" err="1"/>
              <a:t>версии</a:t>
            </a:r>
            <a:r>
              <a:rPr dirty="0"/>
              <a:t> </a:t>
            </a:r>
            <a:r>
              <a:rPr dirty="0" err="1"/>
              <a:t>игры</a:t>
            </a:r>
            <a:r>
              <a:rPr dirty="0"/>
              <a:t> </a:t>
            </a:r>
            <a:r>
              <a:rPr dirty="0" err="1"/>
              <a:t>для</a:t>
            </a:r>
            <a:r>
              <a:rPr dirty="0"/>
              <a:t> </a:t>
            </a:r>
            <a:r>
              <a:rPr dirty="0" err="1"/>
              <a:t>расширения</a:t>
            </a:r>
            <a:r>
              <a:rPr dirty="0"/>
              <a:t> </a:t>
            </a:r>
            <a:r>
              <a:rPr dirty="0" err="1"/>
              <a:t>аудитории</a:t>
            </a:r>
            <a:r>
              <a:rPr dirty="0"/>
              <a:t> и </a:t>
            </a:r>
            <a:r>
              <a:rPr dirty="0" err="1"/>
              <a:t>увеличения</a:t>
            </a:r>
            <a:r>
              <a:rPr dirty="0"/>
              <a:t> </a:t>
            </a:r>
            <a:r>
              <a:rPr dirty="0" err="1"/>
              <a:t>вовлеченности</a:t>
            </a:r>
            <a:r>
              <a:rPr dirty="0"/>
              <a:t> </a:t>
            </a:r>
            <a:r>
              <a:rPr dirty="0" err="1"/>
              <a:t>игроков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305</Words>
  <Application>Microsoft Office PowerPoint</Application>
  <PresentationFormat>Произвольный</PresentationFormat>
  <Paragraphs>37</Paragraphs>
  <Slides>7</Slides>
  <Notes>0</Notes>
  <HiddenSlides>0</HiddenSlides>
  <MMClips>1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DM Sans</vt:lpstr>
      <vt:lpstr>Libre Baskerville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Матвей Н</cp:lastModifiedBy>
  <cp:revision>4</cp:revision>
  <dcterms:created xsi:type="dcterms:W3CDTF">2013-01-27T09:14:16Z</dcterms:created>
  <dcterms:modified xsi:type="dcterms:W3CDTF">2026-01-29T15:44:01Z</dcterms:modified>
  <cp:category/>
</cp:coreProperties>
</file>